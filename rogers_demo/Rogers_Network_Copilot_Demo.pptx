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Rogers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Network Anomaly Detection on Microsoft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D8E3"/>
                </a:solidFill>
                <a:latin typeface="Segoe UI"/>
              </a:rPr>
              <a:t>Direct Lake + Copilot + Data Agent | Executive briefing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Segoe UI"/>
              </a:rPr>
              <a:t>Microsoft Canada  |  Rogers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Why network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Minutes-to-detect drives MTTR; MTTR drives customer impact; customer impact drives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The pattern we see: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91440" cy="12801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Network signal lives in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RAN OSS, transport NMS, core EMS, alarms, traffic, customer care - five systems, five lenses, five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1280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91440" cy="12801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Anomalies are noticed 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A sector outage at 16:00 becomes a ticket spike at 09:00 the next day, and a churn risk by Friday.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47120" cy="12801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91440" cy="128016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Asking 'why' takes 5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By the time the NOC reconstructs the story across systems, the next anomaly is already happening.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One platform, three lanes, one semantic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Microsoft Fabric replaces five separate stacks with one OneLake-backed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solidFill>
            <a:srgbClr val="37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840480" cy="4389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760" y="1874519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RAN OSS (Ericsson / Nokia / Samsung)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Transport NMS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Core EMS (PCRF / IMS)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Power / DC telemetry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Care contact-centre data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Subscriber &amp; segment lookups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840480" cy="457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OneLake + Direct Lake semantic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840480" cy="4389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7680" y="1874519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Lakehouse holds 4 facts + 6 dims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Direct Lake mode - no copies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TMDL with measure descriptions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Anomaly measures: cells &lt;99%, PRB&gt;85%, latency &gt;60ms, MTTR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Network Health Score (composite)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840480" cy="457200"/>
          </a:xfrm>
          <a:prstGeom prst="rect">
            <a:avLst/>
          </a:prstGeom>
          <a:solidFill>
            <a:srgbClr val="107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Consumption surfaces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840480" cy="43891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9600" y="1874519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Power BI exec report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  - 3 pages: Overview, Deep-Dive, Customer Impact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Fabric Data Agent (Teams + M365 Copilot)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Copilot in Power BI (per-visual narrative)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B2C5C"/>
                </a:solidFill>
                <a:latin typeface="Segoe UI"/>
              </a:rPr>
              <a:t>-  Real-time KPI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Data model - rogers_net semantic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Star schema in Direct Lake: 4 facts share the cell_id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297680"/>
            <a:ext cx="3017520" cy="7315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4343400"/>
            <a:ext cx="3017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fact_cell_kpi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68172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Hourly per-cell radio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120640"/>
            <a:ext cx="3017520" cy="7315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166359"/>
            <a:ext cx="3017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fact_alarms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50468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Discrete alarm events + MTTR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3017520" cy="7315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017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fact_traffic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Daily voice/data/SMS rollups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560320"/>
            <a:ext cx="3017520" cy="7315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39"/>
            <a:ext cx="3017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fact_customer_impact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44368"/>
            <a:ext cx="3017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Daily tickets x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74519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1284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calendar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dim_hour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7588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hour-of-day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3892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tower master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82880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874519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21284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sector/cell master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29184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33756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dim_alarm_type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67588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alarm catalog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4754880"/>
            <a:ext cx="2926080" cy="73152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8006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dim_customer_segment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13892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segments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A6B82"/>
                </a:solidFill>
                <a:latin typeface="Segoe UI"/>
              </a:rPr>
              <a:t>12 relationships  |  All many-to-one  |  Direct Lake mode (no model refresh required)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Four anomaly stories seeded in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Each one becomes a Copilot question; each answer surfaces the same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2344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" cy="1234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A. Site outage (S-TOR-009)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3 cells go hard down 16:00-19:00 on 2026-05-25. Availability drops to ~15%. Customer tickets spike +470% the following morning across Consumer-Postpaid + Enterprise.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2344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91440" cy="1234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B. Vendor latency creep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Nokia cells across BC show RTT drifting from 22ms to 55ms starting 2026-05-22 - no critical alarms, classic systemic vendor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12344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91440" cy="1234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C. Stadium-event congestion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Downtown Toronto cells hit 96% PRB utilization 18:00-22:00 on 2026-05-24. Throughput per user drops 60%. Traffic surge in dim_hour x dim_site.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12344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91440" cy="123444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132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C5C"/>
                </a:solidFill>
                <a:latin typeface="Segoe UI"/>
              </a:rPr>
              <a:t>D. Chronic cell degradation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C-VAN-N-002 availability declines linearly 99% -&gt; 89% over the period - no alarms - hardware-fault candidate.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Page 1 - Network Health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Direct Lake | RAN KPIs x Alarms x Customer Impact | Copilot exec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Availability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99.3%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Last 7d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DL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412 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Across cells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Cells &lt;99% Avail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Anomaly headline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Tickets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17.4K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Across 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5486400" cy="32918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14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2C5C"/>
                </a:solidFill>
                <a:latin typeface="Segoe UI"/>
              </a:rPr>
              <a:t>AI Narrative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Availability holds at 99.3% on average but 21 cells fall below threshold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Critical alarms cluster in ON (Tor sites) and BC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Tickets ticked up +18% week-on-week, driven by Postpaid + Enterprise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23160"/>
            <a:ext cx="5760720" cy="3291840"/>
          </a:xfrm>
          <a:prstGeom prst="rect">
            <a:avLst/>
          </a:prstGeom>
          <a:solidFill>
            <a:srgbClr val="FFF6F6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514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A291C"/>
                </a:solidFill>
                <a:latin typeface="Segoe UI"/>
              </a:rPr>
              <a:t>Try these Copilot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8803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Brief me on last 7 days network health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Sites with availability below 95%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Throughput by vendor and province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Top 10 most congested cells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Which segment opened the most tickets?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Province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Vendor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Page 2 - Anomaly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Availability trend x Throughput by vendor x Latency anomalies x Congestion hotspots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Worst-Hour 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12.4%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S-TOR-009 outage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31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Nokia BC drifting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PRB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Spikes downtown 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MTTR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42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Critical-severity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5486400" cy="32918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14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2C5C"/>
                </a:solidFill>
                <a:latin typeface="Segoe UI"/>
              </a:rPr>
              <a:t>AI Narrative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Outage hours concentrated in 16:00-19:00 window on 2026-05-25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Nokia cells in BC show latency creep without firing alarms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Stadium-area cells hit PRB &gt; 85% for 4 hours on 2026-05-24 evening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23160"/>
            <a:ext cx="5760720" cy="3291840"/>
          </a:xfrm>
          <a:prstGeom prst="rect">
            <a:avLst/>
          </a:prstGeom>
          <a:solidFill>
            <a:srgbClr val="FFF6F6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514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A291C"/>
                </a:solidFill>
                <a:latin typeface="Segoe UI"/>
              </a:rPr>
              <a:t>Try these Copilot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8803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Which cells had latency above 60ms last week?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Vendors with worst throughput, broken out by province?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Cell-hours at &gt;85% PRB last 7 days?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Walk me through 2026-05-25 site outage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Cells with steady decline - hardware-fault candidates?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Province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Vendor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Page 3 - Customer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Tickets by segment x Sentiment x Affected customers x Repeat caller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Tickets Opened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17.4K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Period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Repeat Caller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24.1%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Higher when CX bad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Avg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0.54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Postpaid lowest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43000"/>
            <a:ext cx="27432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20700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Affected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48132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DA291C"/>
                </a:solidFill>
                <a:latin typeface="Segoe UI"/>
              </a:rPr>
              <a:t>612K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9202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B82"/>
                </a:solidFill>
                <a:latin typeface="Segoe UI"/>
              </a:rPr>
              <a:t>Network-driven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5486400" cy="32918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14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2C5C"/>
                </a:solidFill>
                <a:latin typeface="Segoe UI"/>
              </a:rPr>
              <a:t>AI Narrative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Enterprise + Consumer-Postpaid open the most tickets per impacted cell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Sentiment drops 0.18 in ON the day after the outage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Repeat-caller rate peaks 28% in BC during latency drift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23160"/>
            <a:ext cx="5760720" cy="3291840"/>
          </a:xfrm>
          <a:prstGeom prst="rect">
            <a:avLst/>
          </a:prstGeom>
          <a:solidFill>
            <a:srgbClr val="FFF6F6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514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A291C"/>
                </a:solidFill>
                <a:latin typeface="Segoe UI"/>
              </a:rPr>
              <a:t>Try these Copilot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8803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Which segment opened the most tickets?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Where did affected customers spike?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Sentiment shift after the 2026-05-25 outage?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Provinces with the worst repeat-caller rate?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Sentiment trend last 7 days for Enterprise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Province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Vendor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852160"/>
            <a:ext cx="3703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5870448"/>
            <a:ext cx="3703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B82"/>
                </a:solidFill>
                <a:latin typeface="Segoe UI"/>
              </a:rPr>
              <a:t>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Rogers Network 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Same model, conversational - in Teams, in M365 Copilot, in the Fabric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120640" cy="5029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Same model, different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Grounded in rogers_net semantic model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Inherits every measure description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Telco vocab built into AI instructions (RAN, PRB, RTT, MTTR)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10 starter prompts seeded for NOC + exec briefing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Use in Teams chat or M365 Copilot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Show data lineage for every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10 tables wired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75+ columns + measures described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12 relationships imported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Published + draft stages aligned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Live in Fabric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097280"/>
            <a:ext cx="59436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1887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A291C"/>
                </a:solidFill>
                <a:latin typeface="Segoe UI"/>
              </a:rPr>
              <a:t>10 starter prompts (NOC + exec briefing)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54480"/>
            <a:ext cx="5577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1. 7-day network health briefing - biggest anomaly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2. Sites with availability &lt;95% + customer impact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3. DL throughput by vendor x province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4. Cells with avg latency &gt;60ms (vendor / province)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5. Top 10 most congested cells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6. Walk through 2026-05-25 outage (alarms, MTTR, tix)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7. Tickets per impacted cell by segment + sentiment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8. Chronic availability decline candidates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9. Tonight 18:00-22:00 congestion risk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1B2C5C"/>
                </a:solidFill>
                <a:latin typeface="Segoe UI"/>
              </a:rPr>
              <a:t>  10. Total data volume by province x 4G/5G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Live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5 minutes, 5 questions, one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91440" cy="914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1. Exec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Open Network Health Overview - hero KPIs, narrative tells the headline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914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2. Spot the anomaly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31720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Question to Copilot: 'Sites with availability below 95% last week?' - S-TOR-009 surfaces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112471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91440" cy="914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3. Drill the 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79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Page 2 - 16:00-19:00 outage on 3 cells, 3 critical alarms, MTTR 180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79"/>
            <a:ext cx="112471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79"/>
            <a:ext cx="91440" cy="914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1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4. Quantify customer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434840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Page 3 - Postpaid + Enterprise tickets +470% the next morning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91440" cy="914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4067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C5C"/>
                </a:solidFill>
                <a:latin typeface="Segoe UI"/>
              </a:rPr>
              <a:t>5. Continue in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486400"/>
            <a:ext cx="6766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Same question to Rogers Network Data Agent - same answer, in chat, with citation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Where this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Segoe UI"/>
              </a:rPr>
              <a:t>From single-region pilot to enterprise NOC + Care + Eng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solidFill>
            <a:srgbClr val="107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0-30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840480" cy="4572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760" y="1737360"/>
            <a:ext cx="35661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Pick one region (ON or BC) and one anomaly class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Wire real OSS / NMS extracts via Mirroring or shortcuts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Validate measure semantics with NOC SMEs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30-min daily 'briefing me' usage from VP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840480" cy="502920"/>
          </a:xfrm>
          <a:prstGeom prst="rect">
            <a:avLst/>
          </a:prstGeom>
          <a:solidFill>
            <a:srgbClr val="CC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09728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30-90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840480" cy="4572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7680" y="1737360"/>
            <a:ext cx="35661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Add transport + core fact tables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Tune anomaly thresholds with real-world incident data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Embed in Teams for on-call rotations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Connect tickets + Eng tickets back to network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840480" cy="5029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09728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90+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3840480" cy="4572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9600" y="1737360"/>
            <a:ext cx="35661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Real-time (Eventhouse) for sub-minute anomaly detection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Predictive: forecast next-day congestion + capex triggers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Customer-journey view: churn risk from cumulative network experience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B2C5C"/>
                </a:solidFill>
                <a:latin typeface="Segoe UI"/>
              </a:rPr>
              <a:t>-  Co-pilot in Field Service for dispatch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Rogers Network Anomaly Detection on Microsoft Fabric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D8E3"/>
                </a:solidFill>
                <a:latin typeface="Segoe UI"/>
              </a:rPr>
              <a:t>Anomalies surfaced. Stories explained. Customers protected.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D8E3"/>
                </a:solidFill>
                <a:latin typeface="Segoe UI"/>
              </a:rPr>
              <a:t>One Direct Lake model | One Power BI report | One Data Agent | One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Segoe UI"/>
              </a:rPr>
              <a:t>Microsoft Canada x Rogers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